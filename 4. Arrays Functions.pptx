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EAC3-F788-4ADB-9AAD-17B054385544}" type="datetimeFigureOut">
              <a:rPr lang="en-IN" smtClean="0"/>
              <a:t>26-01-2017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C3B97-62C6-4324-A79F-E6706A7505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407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EAC3-F788-4ADB-9AAD-17B054385544}" type="datetimeFigureOut">
              <a:rPr lang="en-IN" smtClean="0"/>
              <a:t>26-01-2017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C3B97-62C6-4324-A79F-E6706A7505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526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EAC3-F788-4ADB-9AAD-17B054385544}" type="datetimeFigureOut">
              <a:rPr lang="en-IN" smtClean="0"/>
              <a:t>26-01-2017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C3B97-62C6-4324-A79F-E6706A7505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792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EAC3-F788-4ADB-9AAD-17B054385544}" type="datetimeFigureOut">
              <a:rPr lang="en-IN" smtClean="0"/>
              <a:t>26-01-2017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C3B97-62C6-4324-A79F-E6706A7505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990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EAC3-F788-4ADB-9AAD-17B054385544}" type="datetimeFigureOut">
              <a:rPr lang="en-IN" smtClean="0"/>
              <a:t>26-01-2017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C3B97-62C6-4324-A79F-E6706A7505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560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EAC3-F788-4ADB-9AAD-17B054385544}" type="datetimeFigureOut">
              <a:rPr lang="en-IN" smtClean="0"/>
              <a:t>26-01-2017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C3B97-62C6-4324-A79F-E6706A7505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666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EAC3-F788-4ADB-9AAD-17B054385544}" type="datetimeFigureOut">
              <a:rPr lang="en-IN" smtClean="0"/>
              <a:t>26-01-2017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C3B97-62C6-4324-A79F-E6706A7505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367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EAC3-F788-4ADB-9AAD-17B054385544}" type="datetimeFigureOut">
              <a:rPr lang="en-IN" smtClean="0"/>
              <a:t>26-01-2017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C3B97-62C6-4324-A79F-E6706A7505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449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EAC3-F788-4ADB-9AAD-17B054385544}" type="datetimeFigureOut">
              <a:rPr lang="en-IN" smtClean="0"/>
              <a:t>26-01-2017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C3B97-62C6-4324-A79F-E6706A7505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057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EAC3-F788-4ADB-9AAD-17B054385544}" type="datetimeFigureOut">
              <a:rPr lang="en-IN" smtClean="0"/>
              <a:t>26-01-2017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C3B97-62C6-4324-A79F-E6706A7505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911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EAC3-F788-4ADB-9AAD-17B054385544}" type="datetimeFigureOut">
              <a:rPr lang="en-IN" smtClean="0"/>
              <a:t>26-01-2017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C3B97-62C6-4324-A79F-E6706A7505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283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EEAC3-F788-4ADB-9AAD-17B054385544}" type="datetimeFigureOut">
              <a:rPr lang="en-IN" smtClean="0"/>
              <a:t>26-01-2017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C3B97-62C6-4324-A79F-E6706A7505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027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Arrays in Java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095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307" y="272954"/>
            <a:ext cx="11682484" cy="6223379"/>
          </a:xfrm>
        </p:spPr>
        <p:txBody>
          <a:bodyPr/>
          <a:lstStyle/>
          <a:p>
            <a:r>
              <a:rPr lang="en-IN" dirty="0" smtClean="0"/>
              <a:t>Arrays -&gt; Specified in </a:t>
            </a:r>
            <a:r>
              <a:rPr lang="en-IN" dirty="0" err="1" smtClean="0"/>
              <a:t>java.util.Arrays</a:t>
            </a:r>
            <a:r>
              <a:rPr lang="en-IN" dirty="0" smtClean="0"/>
              <a:t> Package</a:t>
            </a:r>
          </a:p>
          <a:p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r>
              <a:rPr lang="en-IN" dirty="0" smtClean="0"/>
              <a:t>Arrays is a class which contain following methods</a:t>
            </a:r>
          </a:p>
          <a:p>
            <a:pPr lvl="1"/>
            <a:r>
              <a:rPr lang="en-IN" dirty="0" err="1"/>
              <a:t>Arrays.</a:t>
            </a:r>
            <a:r>
              <a:rPr lang="en-IN" i="1" dirty="0" err="1"/>
              <a:t>toString</a:t>
            </a:r>
            <a:r>
              <a:rPr lang="en-IN" i="1" dirty="0" smtClean="0"/>
              <a:t>({</a:t>
            </a:r>
            <a:r>
              <a:rPr lang="en-IN" i="1" dirty="0" err="1" smtClean="0"/>
              <a:t>ArrayVariable</a:t>
            </a:r>
            <a:r>
              <a:rPr lang="en-IN" i="1" dirty="0" smtClean="0"/>
              <a:t>});</a:t>
            </a:r>
          </a:p>
          <a:p>
            <a:pPr lvl="1"/>
            <a:endParaRPr lang="en-IN" i="1" dirty="0"/>
          </a:p>
          <a:p>
            <a:pPr lvl="1"/>
            <a:r>
              <a:rPr lang="en-IN" dirty="0" err="1"/>
              <a:t>Arrays.</a:t>
            </a:r>
            <a:r>
              <a:rPr lang="en-IN" i="1" dirty="0" err="1"/>
              <a:t>copyOf</a:t>
            </a:r>
            <a:r>
              <a:rPr lang="en-IN" i="1" dirty="0" smtClean="0"/>
              <a:t>({Array Variable},Length to be copied);</a:t>
            </a:r>
          </a:p>
          <a:p>
            <a:pPr lvl="1"/>
            <a:endParaRPr lang="en-IN" i="1" dirty="0"/>
          </a:p>
          <a:p>
            <a:pPr lvl="1"/>
            <a:r>
              <a:rPr lang="en-IN" dirty="0" err="1" smtClean="0"/>
              <a:t>Arrays.</a:t>
            </a:r>
            <a:r>
              <a:rPr lang="en-IN" b="1" dirty="0" err="1" smtClean="0">
                <a:effectLst/>
              </a:rPr>
              <a:t>copyOfRange</a:t>
            </a:r>
            <a:r>
              <a:rPr lang="en-IN" b="1" dirty="0" smtClean="0">
                <a:effectLst/>
              </a:rPr>
              <a:t>(</a:t>
            </a:r>
            <a:r>
              <a:rPr lang="en-IN" i="1" dirty="0" smtClean="0"/>
              <a:t>{Array Variable}</a:t>
            </a:r>
            <a:r>
              <a:rPr lang="en-IN" b="1" dirty="0" smtClean="0">
                <a:effectLst/>
              </a:rPr>
              <a:t>, </a:t>
            </a:r>
            <a:r>
              <a:rPr lang="en-IN" b="1" dirty="0" err="1" smtClean="0">
                <a:effectLst/>
              </a:rPr>
              <a:t>int</a:t>
            </a:r>
            <a:r>
              <a:rPr lang="en-IN" b="1" dirty="0" smtClean="0">
                <a:effectLst/>
              </a:rPr>
              <a:t> from, </a:t>
            </a:r>
            <a:r>
              <a:rPr lang="en-IN" b="1" dirty="0" err="1" smtClean="0">
                <a:effectLst/>
              </a:rPr>
              <a:t>int</a:t>
            </a:r>
            <a:r>
              <a:rPr lang="en-IN" b="1" dirty="0" smtClean="0">
                <a:effectLst/>
              </a:rPr>
              <a:t> to);</a:t>
            </a:r>
          </a:p>
          <a:p>
            <a:pPr lvl="1"/>
            <a:endParaRPr lang="en-IN" b="1" dirty="0"/>
          </a:p>
          <a:p>
            <a:pPr lvl="1"/>
            <a:r>
              <a:rPr lang="en-IN" dirty="0" err="1" smtClean="0"/>
              <a:t>Arrays.</a:t>
            </a:r>
            <a:r>
              <a:rPr lang="en-IN" b="1" dirty="0" err="1" smtClean="0">
                <a:effectLst/>
              </a:rPr>
              <a:t>equals</a:t>
            </a:r>
            <a:r>
              <a:rPr lang="en-IN" b="1" dirty="0" smtClean="0">
                <a:effectLst/>
              </a:rPr>
              <a:t>(</a:t>
            </a:r>
            <a:r>
              <a:rPr lang="en-IN" i="1" dirty="0" smtClean="0"/>
              <a:t>{Array Variable x}</a:t>
            </a:r>
            <a:r>
              <a:rPr lang="en-IN" b="1" dirty="0" smtClean="0">
                <a:effectLst/>
              </a:rPr>
              <a:t>, </a:t>
            </a:r>
            <a:r>
              <a:rPr lang="en-IN" i="1" dirty="0" smtClean="0"/>
              <a:t>{Array Variable y}</a:t>
            </a:r>
            <a:r>
              <a:rPr lang="en-IN" b="1" dirty="0" smtClean="0">
                <a:effectLst/>
              </a:rPr>
              <a:t>);</a:t>
            </a:r>
          </a:p>
          <a:p>
            <a:pPr lvl="1"/>
            <a:endParaRPr lang="en-IN" b="1" dirty="0"/>
          </a:p>
          <a:p>
            <a:pPr lvl="1"/>
            <a:r>
              <a:rPr lang="en-IN" dirty="0" err="1"/>
              <a:t>Arrays.</a:t>
            </a:r>
            <a:r>
              <a:rPr lang="en-IN" i="1" dirty="0" err="1"/>
              <a:t>sort</a:t>
            </a:r>
            <a:r>
              <a:rPr lang="en-IN" i="1" dirty="0" smtClean="0"/>
              <a:t>(</a:t>
            </a:r>
            <a:r>
              <a:rPr lang="en-IN" i="1" dirty="0" smtClean="0"/>
              <a:t>{</a:t>
            </a:r>
            <a:r>
              <a:rPr lang="en-IN" i="1" dirty="0" err="1" smtClean="0"/>
              <a:t>ArrayVariable</a:t>
            </a:r>
            <a:r>
              <a:rPr lang="en-IN" i="1" dirty="0" smtClean="0"/>
              <a:t>}</a:t>
            </a:r>
            <a:r>
              <a:rPr lang="en-IN" i="1" dirty="0" smtClean="0"/>
              <a:t>);</a:t>
            </a:r>
            <a:endParaRPr lang="en-IN" b="1" dirty="0" smtClean="0">
              <a:effectLst/>
            </a:endParaRP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0242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57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Arrays in Java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in Java</dc:title>
  <dc:creator>Sriram</dc:creator>
  <cp:lastModifiedBy>Sriram</cp:lastModifiedBy>
  <cp:revision>8</cp:revision>
  <dcterms:created xsi:type="dcterms:W3CDTF">2017-01-26T06:12:24Z</dcterms:created>
  <dcterms:modified xsi:type="dcterms:W3CDTF">2017-01-26T06:18:57Z</dcterms:modified>
</cp:coreProperties>
</file>